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058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4F105"/>
                </a:solidFill>
                <a:latin typeface="Aptos"/>
              </a:defRPr>
            </a:pPr>
            <a:r>
              <a:t>SOUND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058400" cy="1600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ENTERTAINMENT</a:t>
            </a:r>
          </a:p>
          <a:p>
            <a:pPr>
              <a:spcAft>
                <a:spcPts val="7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91440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B4F105"/>
                </a:solidFill>
                <a:latin typeface="Aptos"/>
              </a:defRPr>
            </a:pPr>
            <a:r>
              <a:t>Project Documentation &amp;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71500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Laravel 11  |  PHP  |  Blade  |  SQLite /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937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051C12"/>
                </a:solidFill>
                <a:latin typeface="Aptos"/>
              </a:defRPr>
            </a:pPr>
            <a:r>
              <a:t>•  A centralized website for discovering music and videos.</a:t>
            </a:r>
          </a:p>
          <a:p>
            <a:pPr>
              <a:spcAft>
                <a:spcPts val="1500"/>
              </a:spcAft>
              <a:defRPr sz="2100">
                <a:solidFill>
                  <a:srgbClr val="051C12"/>
                </a:solidFill>
                <a:latin typeface="Aptos"/>
              </a:defRPr>
            </a:pPr>
            <a:r>
              <a:t>•  Catalogs organized by artist, album, genre, year, and language.</a:t>
            </a:r>
          </a:p>
          <a:p>
            <a:pPr>
              <a:spcAft>
                <a:spcPts val="1500"/>
              </a:spcAft>
              <a:defRPr sz="2100">
                <a:solidFill>
                  <a:srgbClr val="051C12"/>
                </a:solidFill>
                <a:latin typeface="Aptos"/>
              </a:defRPr>
            </a:pPr>
            <a:r>
              <a:t>•  Public browsing plus registered-user reviews and ratings.</a:t>
            </a:r>
          </a:p>
          <a:p>
            <a:pPr>
              <a:spcAft>
                <a:spcPts val="1500"/>
              </a:spcAft>
              <a:defRPr sz="2100">
                <a:solidFill>
                  <a:srgbClr val="051C12"/>
                </a:solidFill>
                <a:latin typeface="Aptos"/>
              </a:defRPr>
            </a:pPr>
            <a:r>
              <a:t>•  Protected administration for media, categories, users, site settings, and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2. 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7548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72F1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75488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051C12"/>
                </a:solidFill>
                <a:latin typeface="Aptos"/>
              </a:defRPr>
            </a:pPr>
            <a:r>
              <a:t>Content discovery and administration need one consistent portal for regional and English music/video.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47548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72F1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484632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051C12"/>
                </a:solidFill>
                <a:latin typeface="Aptos"/>
              </a:defRPr>
            </a:pPr>
            <a:r>
              <a:t>Make content searchable, playable, classifiable, reviewable, and manageable through role-based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3.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Home, catalogs, categories, global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Play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7568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Audio player, video detail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7568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User reviews and 1–5 star ratings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Admin CRUD for media, categories,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74904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2452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Site information and announcement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74904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2F1F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22452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51C12"/>
                </a:solidFill>
                <a:latin typeface="Aptos"/>
              </a:defRPr>
            </a:pPr>
            <a:r>
              <a:t>Authentication, admin middleware, SQL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4. User roles &amp;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2743200"/>
          </a:xfrm>
          <a:prstGeom prst="roundRect">
            <a:avLst/>
          </a:prstGeom>
          <a:solidFill>
            <a:srgbClr val="F4F6F5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72F1F"/>
                </a:solidFill>
                <a:latin typeface="Aptos"/>
              </a:defRPr>
            </a:pPr>
            <a: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Aptos"/>
              </a:defRPr>
            </a:pPr>
            <a:r>
              <a:t>Browse public content, search, view details and read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429000" cy="2743200"/>
          </a:xfrm>
          <a:prstGeom prst="roundRect">
            <a:avLst/>
          </a:prstGeom>
          <a:solidFill>
            <a:srgbClr val="F4F6F5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6596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72F1F"/>
                </a:solidFill>
                <a:latin typeface="Aptos"/>
              </a:defRPr>
            </a:pPr>
            <a:r>
              <a:t>STANDARD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301752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Aptos"/>
              </a:defRPr>
            </a:pPr>
            <a:r>
              <a:t>Register, log in, play/watch, review/rate, edit profile and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91640"/>
            <a:ext cx="3429000" cy="2743200"/>
          </a:xfrm>
          <a:prstGeom prst="roundRect">
            <a:avLst/>
          </a:prstGeom>
          <a:solidFill>
            <a:srgbClr val="F4F6F5"/>
          </a:solidFill>
          <a:ln>
            <a:solidFill>
              <a:srgbClr val="B4F1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6596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72F1F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06040"/>
            <a:ext cx="301752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Aptos"/>
              </a:defRPr>
            </a:pPr>
            <a:r>
              <a:t>Manage media, categories, users, site settings, NEW badges and backups.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5. Technology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371600"/>
            <a:ext cx="9875520" cy="749808"/>
          </a:xfrm>
          <a:prstGeom prst="roundRect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4F105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27048"/>
            <a:ext cx="68580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Blade templates, HTML, CSS,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50591"/>
            <a:ext cx="9875520" cy="749808"/>
          </a:xfrm>
          <a:prstGeom prst="roundRect">
            <a:avLst/>
          </a:prstGeom>
          <a:solidFill>
            <a:srgbClr val="051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4F105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39"/>
            <a:ext cx="68580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Laravel routes, controllers, middleware,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29584"/>
            <a:ext cx="9875520" cy="749808"/>
          </a:xfrm>
          <a:prstGeom prst="roundRect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94176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4F10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85032"/>
            <a:ext cx="68580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Eloquent ORM, models,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608576"/>
            <a:ext cx="9875520" cy="749808"/>
          </a:xfrm>
          <a:prstGeom prst="roundRect">
            <a:avLst/>
          </a:prstGeom>
          <a:solidFill>
            <a:srgbClr val="051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773168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4F10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64024"/>
            <a:ext cx="68580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SQLite locally; MySQL-compatible SQL backup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6.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937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51C12"/>
                </a:solidFill>
                <a:latin typeface="Aptos"/>
              </a:defRPr>
            </a:pPr>
            <a:r>
              <a:t>•  users — account identity, role, contact details and password hash</a:t>
            </a:r>
          </a:p>
          <a:p>
            <a:pPr>
              <a:spcAft>
                <a:spcPts val="1500"/>
              </a:spcAft>
              <a:defRPr sz="1900">
                <a:solidFill>
                  <a:srgbClr val="051C12"/>
                </a:solidFill>
                <a:latin typeface="Aptos"/>
              </a:defRPr>
            </a:pPr>
            <a:r>
              <a:t>•  artists, albums, genres, languages, years — catalog classifications</a:t>
            </a:r>
          </a:p>
          <a:p>
            <a:pPr>
              <a:spcAft>
                <a:spcPts val="1500"/>
              </a:spcAft>
              <a:defRPr sz="1900">
                <a:solidFill>
                  <a:srgbClr val="051C12"/>
                </a:solidFill>
                <a:latin typeface="Aptos"/>
              </a:defRPr>
            </a:pPr>
            <a:r>
              <a:t>•  musics and videos — media URLs, metadata, category links and counters</a:t>
            </a:r>
          </a:p>
          <a:p>
            <a:pPr>
              <a:spcAft>
                <a:spcPts val="1500"/>
              </a:spcAft>
              <a:defRPr sz="1900">
                <a:solidFill>
                  <a:srgbClr val="051C12"/>
                </a:solidFill>
                <a:latin typeface="Aptos"/>
              </a:defRPr>
            </a:pPr>
            <a:r>
              <a:t>•  reviews — user, item type/ID, rating and review text</a:t>
            </a:r>
          </a:p>
          <a:p>
            <a:pPr>
              <a:spcAft>
                <a:spcPts val="1500"/>
              </a:spcAft>
              <a:defRPr sz="1900">
                <a:solidFill>
                  <a:srgbClr val="051C12"/>
                </a:solidFill>
                <a:latin typeface="Aptos"/>
              </a:defRPr>
            </a:pPr>
            <a:r>
              <a:t>•  site_settings — configurable portal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7. Main user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08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29968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7373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051C12"/>
                </a:solidFill>
                <a:latin typeface="Aptos"/>
              </a:defRPr>
            </a:pPr>
            <a:r>
              <a:t>Browse /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3911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6473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37559" y="1828800"/>
            <a:ext cx="731520" cy="731520"/>
          </a:xfrm>
          <a:prstGeom prst="ellipse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2029968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834640"/>
            <a:ext cx="17373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051C12"/>
                </a:solidFill>
                <a:latin typeface="Aptos"/>
              </a:defRPr>
            </a:pPr>
            <a:r>
              <a:t>Open media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03911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6473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669279" y="1828800"/>
            <a:ext cx="731520" cy="731520"/>
          </a:xfrm>
          <a:prstGeom prst="ellipse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2029968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834640"/>
            <a:ext cx="17373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051C12"/>
                </a:solidFill>
                <a:latin typeface="Aptos"/>
              </a:defRPr>
            </a:pPr>
            <a:r>
              <a:t>Play or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3911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6473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0" y="1828800"/>
            <a:ext cx="731520" cy="731520"/>
          </a:xfrm>
          <a:prstGeom prst="ellipse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29968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834640"/>
            <a:ext cx="17373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051C12"/>
                </a:solidFill>
                <a:latin typeface="Aptos"/>
              </a:defRPr>
            </a:pPr>
            <a:r>
              <a:t>Sign in to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03911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6473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0" y="1828800"/>
            <a:ext cx="731520" cy="731520"/>
          </a:xfrm>
          <a:prstGeom prst="ellipse">
            <a:avLst/>
          </a:prstGeom>
          <a:solidFill>
            <a:srgbClr val="07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2029968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834640"/>
            <a:ext cx="17373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051C12"/>
                </a:solidFill>
                <a:latin typeface="Aptos"/>
              </a:defRPr>
            </a:pPr>
            <a:r>
              <a:t>Submit or update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72F1F"/>
                </a:solidFill>
                <a:latin typeface="Aptos"/>
              </a:defRPr>
            </a:pPr>
            <a:r>
              <a:t>Admin workflow: sign in → manage content/categories/users → update settings or export backup.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8. Validation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937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USERID and email must be unique.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Name, phone, address, email, USERID and password are required.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Phone, email, field length, USERID format and password confirmation are validated.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Authentication protects private actions; admin middleware protects admin routes.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Passwords should be hashed; demo credentials must be changed before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9. Testing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937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Included project documentation reports public routes returning HTTP 200.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It reports five music and five video listings on the home page.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It reports registration validation and admin access checks passing.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It reports review create/update and SQL backup export working.</a:t>
            </a:r>
          </a:p>
          <a:p>
            <a:pPr>
              <a:spcAft>
                <a:spcPts val="1500"/>
              </a:spcAft>
              <a:defRPr sz="1800">
                <a:solidFill>
                  <a:srgbClr val="051C12"/>
                </a:solidFill>
                <a:latin typeface="Aptos"/>
              </a:defRPr>
            </a:pPr>
            <a:r>
              <a:t>•  These are results stated in the archive; they were not independently rerun for this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72F1F"/>
                </a:solidFill>
                <a:latin typeface="Aptos"/>
              </a:defRPr>
            </a:pPr>
            <a:r>
              <a:t>10. Run the project locally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97280" cy="59436"/>
          </a:xfrm>
          <a:prstGeom prst="rect">
            <a:avLst/>
          </a:prstGeom>
          <a:solidFill>
            <a:srgbClr val="B4F1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65105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369"/>
                </a:solidFill>
                <a:latin typeface="Aptos"/>
              </a:defRPr>
            </a:pPr>
            <a:r>
              <a:t>SOUND GROUP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72F1F"/>
                </a:solidFill>
                <a:latin typeface="Aptos"/>
              </a:defRPr>
            </a:pPr>
            <a:r>
              <a:t>From the project root: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7607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composer install</a:t>
            </a:r>
          </a:p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npm install</a:t>
            </a:r>
          </a:p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npm run build</a:t>
            </a:r>
          </a:p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php artisan migrate --seed</a:t>
            </a:r>
          </a:p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php artisan storage:link</a:t>
            </a:r>
          </a:p>
          <a:p>
            <a:pPr>
              <a:spcAft>
                <a:spcPts val="700"/>
              </a:spcAft>
              <a:defRPr sz="1800" b="0">
                <a:solidFill>
                  <a:srgbClr val="051C12"/>
                </a:solidFill>
                <a:latin typeface="Consolas"/>
              </a:defRPr>
            </a:pPr>
            <a:r>
              <a:t>php artisan 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40280"/>
            <a:ext cx="4114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72F1F"/>
                </a:solidFill>
                <a:latin typeface="Aptos"/>
              </a:defRPr>
            </a:pPr>
            <a:r>
              <a:t>Then open:</a:t>
            </a:r>
          </a:p>
          <a:p>
            <a:pPr>
              <a:spcAft>
                <a:spcPts val="700"/>
              </a:spcAft>
              <a:defRPr sz="2200" b="1">
                <a:solidFill>
                  <a:srgbClr val="072F1F"/>
                </a:solidFill>
                <a:latin typeface="Aptos"/>
              </a:defRPr>
            </a:pPr>
            <a:r>
              <a:t>http://127.0.0.1:8000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794760"/>
            <a:ext cx="4114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51C12"/>
                </a:solidFill>
                <a:latin typeface="Aptos"/>
              </a:defRPr>
            </a:pPr>
            <a:r>
              <a:t>Prerequisites: PHP 8.2+, Composer, Node.js/npm, and configured SQLite or MySQL.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4F10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 unified portal for media discovery,</a:t>
            </a:r>
          </a:p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playback, community feedback,</a:t>
            </a:r>
          </a:p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and secure administration.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B4F105"/>
                </a:solidFill>
                <a:latin typeface="Aptos"/>
              </a:defRPr>
            </a:pPr>
            <a:r>
              <a:t>SOUND GROUP ENTERTAINMENT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